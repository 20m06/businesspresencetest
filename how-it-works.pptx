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connect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audit from start to finish, and which file does the work at each step.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52728"/>
            <a:ext cx="310896" cy="310896"/>
          </a:xfrm>
          <a:prstGeom prst="ellipse">
            <a:avLst/>
          </a:prstGeom>
          <a:solidFill>
            <a:srgbClr val="14161A"/>
          </a:solidFill>
          <a:ln w="12700">
            <a:solidFill>
              <a:srgbClr val="1416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" y="1252728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searches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77824" y="1508760"/>
            <a:ext cx="5065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app/page.tsx  →  app/searching/page.tsx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7824" y="1719072"/>
            <a:ext cx="5065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type a business name, city, and state. The page hands it to the search endpoint.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459736"/>
            <a:ext cx="310896" cy="310896"/>
          </a:xfrm>
          <a:prstGeom prst="ellipse">
            <a:avLst/>
          </a:prstGeom>
          <a:solidFill>
            <a:srgbClr val="14161A"/>
          </a:solidFill>
          <a:ln w="12700">
            <a:solidFill>
              <a:srgbClr val="1416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2459736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it on Google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77824" y="2715768"/>
            <a:ext cx="5065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app/api/search/route.ts  →  lib/caps.ts  →  lib/clients/places.ts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7824" y="2926080"/>
            <a:ext cx="5065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are checked BEFORE any paid call: kill switch, 50 audits a day, 30 per visitor. Then Google Places returns up to 5 matches to choose from.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666744"/>
            <a:ext cx="310896" cy="310896"/>
          </a:xfrm>
          <a:prstGeom prst="ellipse">
            <a:avLst/>
          </a:prstGeom>
          <a:solidFill>
            <a:srgbClr val="14161A"/>
          </a:solidFill>
          <a:ln w="12700">
            <a:solidFill>
              <a:srgbClr val="1416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7824" y="3666744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consent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77824" y="3922776"/>
            <a:ext cx="5065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app/audit/new/page.tsx  →  app/api/audit/start/route.ts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77824" y="4133088"/>
            <a:ext cx="5065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the business, the contact, and a new audit row. Schedules the 30- and 90-day re-checks (first audit for that business only). Returns a secret report link.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45352" y="1252728"/>
            <a:ext cx="310896" cy="310896"/>
          </a:xfrm>
          <a:prstGeom prst="ellipse">
            <a:avLst/>
          </a:prstGeom>
          <a:solidFill>
            <a:srgbClr val="14161A"/>
          </a:solidFill>
          <a:ln w="12700">
            <a:solidFill>
              <a:srgbClr val="1416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5352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65976" y="1252728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the evidence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665976" y="1508760"/>
            <a:ext cx="5065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app/api/audit/[token]/process  →  lib/pipeline.ts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65976" y="1719072"/>
            <a:ext cx="5065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the website (lib/clients/site.ts), runs Google's mobile speed test (lib/clients/psi.ts), and reads the page HTML (lib/site-analysis.ts).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45352" y="2459736"/>
            <a:ext cx="310896" cy="310896"/>
          </a:xfrm>
          <a:prstGeom prst="ellipse">
            <a:avLst/>
          </a:prstGeom>
          <a:solidFill>
            <a:srgbClr val="14161A"/>
          </a:solidFill>
          <a:ln w="12700">
            <a:solidFill>
              <a:srgbClr val="1416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65976" y="2459736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665976" y="2715768"/>
            <a:ext cx="5065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lib/scoring/engine.ts  +  lib/scoring/config.ts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65976" y="2926080"/>
            <a:ext cx="5065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math, no internet. Every weight and threshold lives in config.ts and nowhere else. Writes 27 check rows plus the scores, then emails you a copy (lib/email.ts).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45352" y="3666744"/>
            <a:ext cx="310896" cy="310896"/>
          </a:xfrm>
          <a:prstGeom prst="ellipse">
            <a:avLst/>
          </a:prstGeom>
          <a:solidFill>
            <a:srgbClr val="14161A"/>
          </a:solidFill>
          <a:ln w="12700">
            <a:solidFill>
              <a:srgbClr val="1416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45352" y="3666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65976" y="3666744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665976" y="3922776"/>
            <a:ext cx="5065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app/report/[token]/  (page.tsx, receipt.tsx, details/, complete-audit/)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65976" y="4133088"/>
            <a:ext cx="5065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Receipt-style score, ranked fixes, every check, and the questions only an owner can answer — those recompute the score via /api/audit/[token]/manual.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5029200"/>
            <a:ext cx="11274552" cy="1572768"/>
          </a:xfrm>
          <a:prstGeom prst="rect">
            <a:avLst/>
          </a:prstGeom>
          <a:solidFill>
            <a:srgbClr val="F4F4F2"/>
          </a:solidFill>
          <a:ln w="12700">
            <a:solidFill>
              <a:srgbClr val="E3E2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517550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at 14:00 UTC (7:00 AM Pacific):  </a:t>
            </a:r>
            <a:pPr indent="0" marL="0">
              <a:buNone/>
            </a:pPr>
            <a:r>
              <a:rPr lang="en-US" sz="950" dirty="0">
                <a:solidFill>
                  <a:srgbClr val="1F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vercel.json  →  /api/cron/rerun  →  lib/rerun.ts</a:t>
            </a:r>
            <a:pPr indent="0" marL="0"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re-audits the businesses that are due. Each re-check writes a BRAND NEW audit row — old audits are never edited, which is what makes a before/after comparison trustworthy.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58368" y="5806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files:  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lib/supabase.ts</a:t>
            </a:r>
            <a:pPr indent="0" marL="0">
              <a:buNone/>
            </a:pPr>
            <a:r>
              <a:rPr lang="en-US" sz="100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only door to the database, server-side only  ·  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lib/caps.ts</a:t>
            </a:r>
            <a:pPr indent="0" marL="0">
              <a:buNone/>
            </a:pPr>
            <a:r>
              <a:rPr lang="en-US" sz="100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spending limits  ·  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lib/hash.ts</a:t>
            </a:r>
            <a:pPr indent="0" marL="0">
              <a:buNone/>
            </a:pPr>
            <a:r>
              <a:rPr lang="en-US" sz="100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anonymizes visitor IPs  ·  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lib/tokens.ts</a:t>
            </a:r>
            <a:pPr indent="0" marL="0">
              <a:buNone/>
            </a:pPr>
            <a:r>
              <a:rPr lang="en-US" sz="100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unguessable report links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lib/offers.ts</a:t>
            </a:r>
            <a:pPr indent="0" marL="0">
              <a:buNone/>
            </a:pPr>
            <a:r>
              <a:rPr lang="en-US" sz="100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word of sales copy — one setting flips the whole site to free-club mode  ·  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supabase/migrations/*.sql</a:t>
            </a:r>
            <a:pPr indent="0" marL="0">
              <a:buNone/>
            </a:pPr>
            <a:r>
              <a:rPr lang="en-US" sz="100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8 database tables  ·  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tests/scoring.test.ts</a:t>
            </a:r>
            <a:pPr indent="0" marL="0">
              <a:buNone/>
            </a:pPr>
            <a:r>
              <a:rPr lang="en-US" sz="100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33 automated tests of the scoring math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software checks by itself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of the 27 checks run with no help from the owner. Each scores 0–100 and is worth a set share of its section.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</a:t>
            </a:r>
            <a:pPr indent="0" marL="0">
              <a:buNone/>
            </a:pPr>
            <a:r>
              <a:rPr lang="en-US" sz="100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an honest estimate from public signals, not a direct measurement. The report labels these so nobody mistakes a guess for a fact.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found on Google</a:t>
            </a:r>
            <a:pPr indent="0" marL="0">
              <a:buNone/>
            </a:pPr>
            <a:r>
              <a:rPr lang="en-US" sz="110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35% of the total score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0" cy="73152"/>
          </a:xfrm>
          <a:prstGeom prst="rect">
            <a:avLst/>
          </a:prstGeom>
          <a:solidFill>
            <a:srgbClr val="E3E2DE"/>
          </a:solidFill>
          <a:ln w="12700">
            <a:solidFill>
              <a:srgbClr val="E3E2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27632"/>
            <a:ext cx="1920240" cy="73152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55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profile found </a:t>
            </a:r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(25%)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 you exist on Google Maps at all? If not, everything else in this section is skipped rather than scored zero.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appears claimed </a:t>
            </a:r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(15%) </a:t>
            </a:r>
            <a:pPr indent="0" marL="0">
              <a:buNone/>
            </a:pPr>
            <a:r>
              <a:rPr lang="en-US" sz="9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Google won't say. We count 5 signs of an active owner: website, phone, full hours, 5+ photos, marked open. Four or more = likely claimed.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is specific </a:t>
            </a:r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(15%)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"Dominican restaurant" beats a generic "Restaurant", which scores 30. No category at all = 0.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listed </a:t>
            </a:r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(20%)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 seven days = 100. Only some days = 50. None = 0.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hours set </a:t>
            </a:r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(5%) </a:t>
            </a:r>
            <a:pPr indent="0" marL="0">
              <a:buNone/>
            </a:pPr>
            <a:r>
              <a:rPr lang="en-US" sz="9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Only counts when a US holiday falls within 60 days. Nothing set then = 50.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 listed </a:t>
            </a:r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(8%)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phone number on the Google profile: yes = 100, no = 0.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on profile </a:t>
            </a:r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(12%) </a:t>
            </a:r>
            <a:pPr indent="0" marL="0"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None = 0.   1–4 = 30.   5–9 = 60.   10–19 = 85.   20 or more = 100.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39136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reputation</a:t>
            </a:r>
            <a:pPr indent="0" marL="0">
              <a:buNone/>
            </a:pPr>
            <a:r>
              <a:rPr lang="en-US" sz="110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20% of the total score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4187952"/>
            <a:ext cx="5486400" cy="73152"/>
          </a:xfrm>
          <a:prstGeom prst="rect">
            <a:avLst/>
          </a:prstGeom>
          <a:solidFill>
            <a:srgbClr val="E3E2DE"/>
          </a:solidFill>
          <a:ln w="12700">
            <a:solidFill>
              <a:srgbClr val="E3E2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4187952"/>
            <a:ext cx="1097280" cy="73152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315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reviews </a:t>
            </a:r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(28%)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None = 0.   1–9 = 25.   10–24 = 50.   25–49 = 70.   50–99 = 85.   100+ = 100.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 </a:t>
            </a:r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(18%)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Below 3.0 = 20.   3.0–3.9 = 50.   4.0–4.4 = 80.   4.5 and up = 100.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 review age </a:t>
            </a:r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(27%)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Within 30 days = 100.   90 days = 80.   180 days = 50.   A year = 25.   Older or none = 0.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replies to reviews </a:t>
            </a:r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(27%) </a:t>
            </a:r>
            <a:pPr indent="0" marL="0">
              <a:buNone/>
            </a:pPr>
            <a:r>
              <a:rPr lang="en-US" sz="900" b="1" dirty="0">
                <a:solidFill>
                  <a:srgbClr val="B87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</a:t>
            </a:r>
            <a:pPr indent="0" marL="0"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Google doesn't reliably share reply data, so this usually reads "couldn't check" and drops out of the math.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45352" y="13533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visits into customers</a:t>
            </a:r>
            <a:pPr indent="0" marL="0">
              <a:buNone/>
            </a:pPr>
            <a:r>
              <a:rPr lang="en-US" sz="110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25% of the total score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45352" y="1627632"/>
            <a:ext cx="5486400" cy="73152"/>
          </a:xfrm>
          <a:prstGeom prst="rect">
            <a:avLst/>
          </a:prstGeom>
          <a:solidFill>
            <a:srgbClr val="E3E2DE"/>
          </a:solidFill>
          <a:ln w="12700">
            <a:solidFill>
              <a:srgbClr val="E3E2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627632"/>
            <a:ext cx="1371600" cy="73152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755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linked on profile </a:t>
            </a:r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(15%)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Can someone get from your Google listing to your website in one tap?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Tappable phone number </a:t>
            </a:r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(22%)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tap-to-call link = 100. The number typed as plain text only = 40. No number anywhere = 0.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next step </a:t>
            </a:r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(20%)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Near the top of the site, an obvious Order / Book / Call / Menu / Directions link. Yes = 100.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to order or book </a:t>
            </a:r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(23%)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link to a real ordering or booking service (DoorDash, Resy, Square, Booksy and 18 more) or an order form on the page. We note which, but don't penalize either.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 exists </a:t>
            </a:r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(10%) </a:t>
            </a:r>
            <a:pPr indent="0" marL="0"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form with an email or message field so customers can write to you.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45352" y="39136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health</a:t>
            </a:r>
            <a:pPr indent="0" marL="0">
              <a:buNone/>
            </a:pPr>
            <a:r>
              <a:rPr lang="en-US" sz="110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15% of the total score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45352" y="4187952"/>
            <a:ext cx="5486400" cy="73152"/>
          </a:xfrm>
          <a:prstGeom prst="rect">
            <a:avLst/>
          </a:prstGeom>
          <a:solidFill>
            <a:srgbClr val="E3E2DE"/>
          </a:solidFill>
          <a:ln w="12700">
            <a:solidFill>
              <a:srgbClr val="E3E2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5352" y="4187952"/>
            <a:ext cx="822960" cy="73152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5352" y="43159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business has no website at all, all six of these score 0 — the one place a missing thing is punished instead of skipped.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45352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loads </a:t>
            </a:r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(18%)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Does the address return a real page within 15 seconds?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connection </a:t>
            </a:r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(17%)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HTTPS with a valid certificate. Without it, browsers warn customers away.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phones </a:t>
            </a:r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(15%)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Does the page tell a phone how to size itself? Most visitors are on phones.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load speed </a:t>
            </a:r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(32%)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Google's own PageSpeed score for a phone, used directly, 0–100.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accessibility </a:t>
            </a:r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(10%)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Google's accessibility score: readable sizes, labelled buttons, contrast.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on-page SEO </a:t>
            </a:r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(8%) </a:t>
            </a:r>
            <a:pPr indent="0" marL="0"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Google's SEO score: page title, description, and other basics.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5989320"/>
            <a:ext cx="11274552" cy="566928"/>
          </a:xfrm>
          <a:prstGeom prst="rect">
            <a:avLst/>
          </a:prstGeom>
          <a:solidFill>
            <a:srgbClr val="F4F4F2"/>
          </a:solidFill>
          <a:ln w="12700">
            <a:solidFill>
              <a:srgbClr val="E3E2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61447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green bars differ:  </a:t>
            </a:r>
            <a:pPr indent="0" marL="0"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carry different weight because they matter differently. Being found on Google is 35% — a business nobody can find gets no visitors to convert. Website health is 15%, because a slow site still beats no listing.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4 owner questions, and the rules behind the number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 software can measure, how 27 checks become one score, and what stops it costing money.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of your accounts</a:t>
            </a:r>
            <a:pPr indent="0" marL="0">
              <a:buNone/>
            </a:pPr>
            <a:r>
              <a:rPr lang="en-US" sz="110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5% of the total score — the owner answers these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73152"/>
          </a:xfrm>
          <a:prstGeom prst="rect">
            <a:avLst/>
          </a:prstGeom>
          <a:solidFill>
            <a:srgbClr val="E3E2DE"/>
          </a:solidFill>
          <a:ln w="12700">
            <a:solidFill>
              <a:srgbClr val="E3E2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274320" cy="73152"/>
          </a:xfrm>
          <a:prstGeom prst="rect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9105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= 100.   No or "not sure" = 0.</a:t>
            </a:r>
            <a:pPr indent="0" marL="0">
              <a:buNone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Until they answer, these sit outside the math and the report says the score is incomplete. "Not sure" is often the single most valuable thing an audit uncovers.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personally sign in and edit your Google Business Profile?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website domain registered in your name or your business's name?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log in to change your website?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the passwords to your business's social accounts?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one more when there is a website: have you tested that your contact form actually reaches you? (That one counts inside "Turning visits into customers.")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5486400" cy="2606040"/>
          </a:xfrm>
          <a:prstGeom prst="rect">
            <a:avLst/>
          </a:prstGeom>
          <a:solidFill>
            <a:srgbClr val="F4F4F2"/>
          </a:solidFill>
          <a:ln w="12700">
            <a:solidFill>
              <a:srgbClr val="E3E2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9534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database keeps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187952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tables: businesses, contacts, audits, audit_checks, manual_responses, scheduled_runs, and two counter tables.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audit is a permanent snapshot.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is never edited or overwritten — a re-check always writes a new row, stamped with the version of the scoring rules that produced it. That is what makes "this business improved 61 → 74" defensible.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Google and speed-test responses are saved too, so a question you think of in November can still be answered from an August audit.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links are random 32-character tokens, the tables are locked so only the server can read them, and visitor IPs are stored only as an anonymized code.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45352" y="1188720"/>
            <a:ext cx="5486400" cy="2286000"/>
          </a:xfrm>
          <a:prstGeom prst="rect">
            <a:avLst/>
          </a:prstGeom>
          <a:solidFill>
            <a:srgbClr val="F4F4F2"/>
          </a:solidFill>
          <a:ln w="12700">
            <a:solidFill>
              <a:srgbClr val="E3E2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133502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27 checks become one number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28232" y="1627632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is the weighted average of its own checks. The total is the weighted average of the sections.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 we couldn't run is excluded from the math — never counted as a zero.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is why a report says "scored on 87% of checks" instead of quietly punishing a business for something Google didn't share.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are ranked by value ÷ difficulty</a:t>
            </a:r>
            <a:pPr indent="0" marL="0"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(minutes = 1, hours = 3, days = 8, costs money = 15), so cheap wins rise above expensive advice — "add your hours" beats "rebuild your site" every time.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45352" y="3749040"/>
            <a:ext cx="5486400" cy="2606040"/>
          </a:xfrm>
          <a:prstGeom prst="rect">
            <a:avLst/>
          </a:prstGeom>
          <a:solidFill>
            <a:srgbClr val="F4F4F2"/>
          </a:solidFill>
          <a:ln w="12700">
            <a:solidFill>
              <a:srgbClr val="E3E2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389534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keeps the cost near zero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28232" y="4187952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kill switch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stops every paid call instantly, checked before anything else.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audits per day</a:t>
            </a:r>
            <a:pPr indent="0" marL="0"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the whole site, and </a:t>
            </a:r>
            <a:pPr indent="0" marL="0">
              <a:buNone/>
            </a:pPr>
            <a:r>
              <a:rPr lang="en-US" sz="1050" b="1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per visitor per day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one script can't drain a month of budget in a minute.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profile data is reused for 24 hours, so re-checking the same business the same day costs nothing extra. The speed test is skipped entirely for a business with no website.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limits live in the code, not just in Google's billing console — the $50 budget alert is the backstop, not the brake.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Business Visibility Test works</dc:title>
  <dc:subject>PptxGenJS Presentation</dc:subject>
  <dc:creator>Business Visibility Test</dc:creator>
  <cp:lastModifiedBy>Business Visibility Test</cp:lastModifiedBy>
  <cp:revision>1</cp:revision>
  <dcterms:created xsi:type="dcterms:W3CDTF">2026-08-02T21:23:07Z</dcterms:created>
  <dcterms:modified xsi:type="dcterms:W3CDTF">2026-08-02T21:23:07Z</dcterms:modified>
</cp:coreProperties>
</file>